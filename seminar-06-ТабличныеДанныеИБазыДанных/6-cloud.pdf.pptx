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258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2" r:id="rId17"/>
    <p:sldId id="276" r:id="rId18"/>
    <p:sldId id="271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B7C3"/>
    <a:srgbClr val="7C1F3F"/>
    <a:srgbClr val="800000"/>
    <a:srgbClr val="F0DFE5"/>
    <a:srgbClr val="9C27B0"/>
    <a:srgbClr val="303F9F"/>
    <a:srgbClr val="065CA0"/>
    <a:srgbClr val="FFFFFF"/>
    <a:srgbClr val="985BAD"/>
    <a:srgbClr val="F43C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87FED5-2A1C-4B0E-8012-7A9A1FCEFC9E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EB34C-E002-4B9F-9CC4-5F4199652E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596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EB34C-E002-4B9F-9CC4-5F4199652E7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5057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7DC3EB-E71C-98CB-FC3E-117852FAB8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98F3B29-45FE-A17F-7ED3-3525D83C31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DD4702-6F0D-0FD3-A309-75D6D6E6A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1A13C-481A-47AA-90AB-CE4BAF5A19EF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2737C4-61BE-4F96-23D5-B3269989E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DE26BC-27CA-296C-F1BD-95F7CED3D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A9281-DFDB-4F76-B19F-798C63F2E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0820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47B8D7-37AE-0048-D507-08E0F115B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FFEA7D-615D-E4BB-3BC6-B3A8D0E4F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22D109-CBC3-2C50-4783-06A19900F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1A13C-481A-47AA-90AB-CE4BAF5A19EF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2BAE7E-8D3A-E375-0021-557E42B83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0AF6F5-EF7A-F150-1D75-6F0F6913B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A9281-DFDB-4F76-B19F-798C63F2E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5092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1FA4BD-A532-6EB4-3217-6A896F458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3FAE89-A31B-C275-ED1D-310C9D053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B441F1-2658-ABAC-F617-18FCB14B9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1A13C-481A-47AA-90AB-CE4BAF5A19EF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DBFF47-9311-BE2D-EB53-240550FE4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34E6B7-CC20-6228-CC63-D5C5E9AD4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A9281-DFDB-4F76-B19F-798C63F2E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0972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539A2C-219E-8F66-502B-481A19305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53B388-A3D8-197A-3528-C44CB7FC67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0798BEE-E589-DFEE-3BAE-02CDD60F9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1DDDA5-257B-EEFE-4DD5-0B4CED2E8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1A13C-481A-47AA-90AB-CE4BAF5A19EF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352755-62C9-F7A4-59E2-1CFF5C006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FD9791D-FA95-7F87-0FB6-AD27D0486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A9281-DFDB-4F76-B19F-798C63F2E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309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37ADD7-8D45-4660-1B3F-71375F328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F0804B-EC9E-313E-4D00-C452B6E79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C3808C5-C50D-D7E0-5CCB-F22D59D5D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7E356E-E869-19F8-0DDC-A824DC852A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AAB5D4D-6881-05F8-78EB-C87EF7E54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16C573A-62A2-ABB9-3785-2DE318AE0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1A13C-481A-47AA-90AB-CE4BAF5A19EF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B4A43D2-B251-CC58-9ECD-CC48E7924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7F3D12A-B9B9-FD83-EC77-039570B2C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A9281-DFDB-4F76-B19F-798C63F2E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7709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81F9BA-46B7-DF22-7466-235704316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8DE3FA8-7019-544F-1F22-795A82505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1A13C-481A-47AA-90AB-CE4BAF5A19EF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492BF2-A0F1-91E6-4D46-F24B7E413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EAECF76-0FE4-6AAA-590D-B5C210531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A9281-DFDB-4F76-B19F-798C63F2E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8482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E042368-82C5-9945-BE9A-05955C801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1A13C-481A-47AA-90AB-CE4BAF5A19EF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51947EA-8596-C6CE-948C-FE17C34B8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561799-F116-CD06-E73F-133F89DF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A9281-DFDB-4F76-B19F-798C63F2E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978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2CD00B-93D4-B74E-9EF2-0BE537338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2176C0-7E39-5138-1BF7-17EBB0E84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9649A6B-97A6-AA24-2234-0BEF21539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3BA1D5-E14B-58C1-B39D-A7D0E3866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1A13C-481A-47AA-90AB-CE4BAF5A19EF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744358-6180-FB2E-02B2-374D54313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01D9D02-064B-E38D-3C4C-09468CEDA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A9281-DFDB-4F76-B19F-798C63F2E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6099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1EB704-3496-0BAF-FB59-2291301E4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C348C4E-D808-CC3F-4F13-A1559BBD02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537490-E22E-70D6-5195-51E08B0933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90699C4-9204-8EE1-7F02-112051B80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1A13C-481A-47AA-90AB-CE4BAF5A19EF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034877-0570-958E-6ECB-1F9F73915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B468A0-01FD-A446-8A27-4CB418CD5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A9281-DFDB-4F76-B19F-798C63F2E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57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3A1B39-7805-F766-0167-059FA2C7D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A2A267E-A4F3-45C7-678B-7461E49A48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F7136C-3E18-58C6-7B8E-30E42A31A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1A13C-481A-47AA-90AB-CE4BAF5A19EF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9FA010-57DF-D19A-FAB6-35B484977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D964B7-002F-0FF2-4F3C-E3ABD5CC5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A9281-DFDB-4F76-B19F-798C63F2E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473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25BFA0E-EE41-8E9F-F7F6-3F93540E2B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3CD84C3-E6D3-C440-03E8-BD4DC68868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21936B-B3B3-CEC0-FA61-7D2C1ABE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1A13C-481A-47AA-90AB-CE4BAF5A19EF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97D26F-A2C5-703E-E29E-0AC6896A3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1B0176-7EF2-332D-772B-BE15DA0CF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A9281-DFDB-4F76-B19F-798C63F2E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754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DDA420-C69A-A47F-C81C-30080655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23475E-D092-95FA-94A2-BDF8121FE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3FA2DD-1B80-F01F-025D-E28CF36674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1A13C-481A-47AA-90AB-CE4BAF5A19EF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CBB975-315A-D840-06D2-4627107E0C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D47BE5-9411-456A-BEA4-3B2E44787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A9281-DFDB-4F76-B19F-798C63F2E5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397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3.wdp"/><Relationship Id="rId7" Type="http://schemas.microsoft.com/office/2007/relationships/hdphoto" Target="../media/hdphoto5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4.png"/><Relationship Id="rId5" Type="http://schemas.microsoft.com/office/2007/relationships/hdphoto" Target="../media/hdphoto4.wdp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microsoft.com/office/2007/relationships/hdphoto" Target="../media/hdphoto6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7" Type="http://schemas.microsoft.com/office/2007/relationships/hdphoto" Target="../media/hdphoto9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microsoft.com/office/2007/relationships/hdphoto" Target="../media/hdphoto8.wdp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1.wdp"/><Relationship Id="rId5" Type="http://schemas.openxmlformats.org/officeDocument/2006/relationships/image" Target="../media/image20.png"/><Relationship Id="rId4" Type="http://schemas.microsoft.com/office/2007/relationships/hdphoto" Target="../media/hdphoto10.wdp"/><Relationship Id="rId9" Type="http://schemas.microsoft.com/office/2007/relationships/hdphoto" Target="../media/hdphoto12.wdp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microsoft.com/office/2007/relationships/hdphoto" Target="../media/hdphoto14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6.wdp"/><Relationship Id="rId5" Type="http://schemas.openxmlformats.org/officeDocument/2006/relationships/image" Target="../media/image32.png"/><Relationship Id="rId4" Type="http://schemas.microsoft.com/office/2007/relationships/hdphoto" Target="../media/hdphoto15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microsoft.com/office/2007/relationships/hdphoto" Target="../media/hdphoto17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microsoft.com/office/2007/relationships/hdphoto" Target="../media/hdphoto18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microsoft.com/office/2007/relationships/hdphoto" Target="../media/hdphoto19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microsoft.com/office/2007/relationships/hdphoto" Target="../media/hdphoto20.wdp"/><Relationship Id="rId7" Type="http://schemas.microsoft.com/office/2007/relationships/hdphoto" Target="../media/hdphoto22.wdp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microsoft.com/office/2007/relationships/hdphoto" Target="../media/hdphoto21.wdp"/><Relationship Id="rId4" Type="http://schemas.openxmlformats.org/officeDocument/2006/relationships/image" Target="../media/image46.png"/><Relationship Id="rId9" Type="http://schemas.microsoft.com/office/2007/relationships/hdphoto" Target="../media/hdphoto23.wdp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4.wdp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5.wdp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FFF6B62-618D-0076-6346-567FDD8978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82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263BEAD-7256-4214-A9B6-94B06C34B9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200" y="1032848"/>
            <a:ext cx="4785250" cy="610783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C061FDD-D8B9-45EA-A766-CFE82109C9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377" y="1130364"/>
            <a:ext cx="5167405" cy="659561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3438162-2E63-4B58-931F-CD67C3EA4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49023" y1="39063" x2="43164" y2="48242"/>
                        <a14:foregroundMark x1="27539" y1="40820" x2="25977" y2="47656"/>
                      </a14:backgroundRemoval>
                    </a14:imgEffect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757" y="-499612"/>
            <a:ext cx="5167405" cy="5167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3033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D3D52A9-D780-45E6-BB78-8E16C311DFE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90" t="36215" r="9236" b="33472"/>
          <a:stretch/>
        </p:blipFill>
        <p:spPr>
          <a:xfrm>
            <a:off x="1828800" y="1876424"/>
            <a:ext cx="8534400" cy="182880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931D8BB-A351-43AB-B3EC-CF994AFD9F4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806" b="39861"/>
          <a:stretch/>
        </p:blipFill>
        <p:spPr>
          <a:xfrm>
            <a:off x="0" y="3448049"/>
            <a:ext cx="12192000" cy="125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35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Овал 7">
            <a:extLst>
              <a:ext uri="{FF2B5EF4-FFF2-40B4-BE49-F238E27FC236}">
                <a16:creationId xmlns:a16="http://schemas.microsoft.com/office/drawing/2014/main" id="{743FDD5F-5F8A-4DC0-AF68-892024150959}"/>
              </a:ext>
            </a:extLst>
          </p:cNvPr>
          <p:cNvSpPr/>
          <p:nvPr/>
        </p:nvSpPr>
        <p:spPr>
          <a:xfrm>
            <a:off x="-2028651" y="-1946496"/>
            <a:ext cx="6333951" cy="6211285"/>
          </a:xfrm>
          <a:prstGeom prst="ellipse">
            <a:avLst/>
          </a:prstGeom>
          <a:solidFill>
            <a:schemeClr val="accent5">
              <a:alpha val="35000"/>
            </a:schemeClr>
          </a:solidFill>
          <a:ln>
            <a:noFill/>
          </a:ln>
          <a:effectLst>
            <a:softEdge rad="105410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8B516E73-B8E5-4176-956A-C4D956E99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223" b="96332" l="9783" r="89946">
                        <a14:foregroundMark x1="52582" y1="42663" x2="51902" y2="46467"/>
                        <a14:foregroundMark x1="61957" y1="41576" x2="66712" y2="51087"/>
                        <a14:foregroundMark x1="57337" y1="45516" x2="51630" y2="53261"/>
                        <a14:foregroundMark x1="61821" y1="47011" x2="60734" y2="55435"/>
                        <a14:foregroundMark x1="48098" y1="46739" x2="64674" y2="5258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4489" y="2136881"/>
            <a:ext cx="4657725" cy="465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C5B7B41E-DAA7-4DC5-9D24-9BECFEA41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2853" r="1000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486400" y="-311592"/>
            <a:ext cx="57531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>
            <a:extLst>
              <a:ext uri="{FF2B5EF4-FFF2-40B4-BE49-F238E27FC236}">
                <a16:creationId xmlns:a16="http://schemas.microsoft.com/office/drawing/2014/main" id="{F3D760EA-4C76-411E-86EA-FEB93A97D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26358" y1="27796" x2="26358" y2="27796"/>
                        <a14:foregroundMark x1="38498" y1="20927" x2="38498" y2="20927"/>
                        <a14:foregroundMark x1="52077" y1="16933" x2="52077" y2="16933"/>
                        <a14:foregroundMark x1="63099" y1="19329" x2="63099" y2="19329"/>
                        <a14:foregroundMark x1="74281" y1="24121" x2="74281" y2="24121"/>
                        <a14:foregroundMark x1="78115" y1="37859" x2="78115" y2="37859"/>
                        <a14:foregroundMark x1="77955" y1="56390" x2="77955" y2="56390"/>
                        <a14:foregroundMark x1="26518" y1="58147" x2="26518" y2="58147"/>
                        <a14:foregroundMark x1="20288" y1="43131" x2="20288" y2="431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694929">
            <a:off x="1549248" y="1133476"/>
            <a:ext cx="1657350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9EE3E3-7ADE-45AC-B44A-A3D7FF00374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607" t="38215" r="12950" b="22283"/>
          <a:stretch/>
        </p:blipFill>
        <p:spPr>
          <a:xfrm>
            <a:off x="6305550" y="891955"/>
            <a:ext cx="4114800" cy="1244926"/>
          </a:xfrm>
          <a:prstGeom prst="rect">
            <a:avLst/>
          </a:prstGeom>
        </p:spPr>
      </p:pic>
      <p:pic>
        <p:nvPicPr>
          <p:cNvPr id="3088" name="Picture 16">
            <a:extLst>
              <a:ext uri="{FF2B5EF4-FFF2-40B4-BE49-F238E27FC236}">
                <a16:creationId xmlns:a16="http://schemas.microsoft.com/office/drawing/2014/main" id="{0089D81C-F5E1-40D8-9A23-C4F27387FA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0816" b="90000" l="69837" r="89946">
                        <a14:foregroundMark x1="78125" y1="77143" x2="78668" y2="78776"/>
                        <a14:foregroundMark x1="83424" y1="83673" x2="83696" y2="863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9294" t="71633" r="12092" b="10816"/>
          <a:stretch/>
        </p:blipFill>
        <p:spPr bwMode="auto">
          <a:xfrm rot="858618" flipH="1">
            <a:off x="4590103" y="1966174"/>
            <a:ext cx="1332425" cy="95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A205D8E-3F26-4672-BF61-BA15DB01CBAD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19" t="13799" r="11173" b="68449"/>
          <a:stretch/>
        </p:blipFill>
        <p:spPr>
          <a:xfrm>
            <a:off x="5685320" y="3070936"/>
            <a:ext cx="5888730" cy="716129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BDEECA6-790E-4FFC-9104-C58757D544A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19" t="43393" r="11173" b="42617"/>
          <a:stretch/>
        </p:blipFill>
        <p:spPr>
          <a:xfrm>
            <a:off x="5685320" y="4264790"/>
            <a:ext cx="5888730" cy="56438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2630A77-7832-4C1B-8184-788EB702B200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19" t="69225" r="11173" b="13799"/>
          <a:stretch/>
        </p:blipFill>
        <p:spPr>
          <a:xfrm>
            <a:off x="5685320" y="5306900"/>
            <a:ext cx="5888730" cy="684814"/>
          </a:xfrm>
          <a:prstGeom prst="rect">
            <a:avLst/>
          </a:prstGeom>
        </p:spPr>
      </p:pic>
      <p:sp>
        <p:nvSpPr>
          <p:cNvPr id="19" name="Овал 18">
            <a:extLst>
              <a:ext uri="{FF2B5EF4-FFF2-40B4-BE49-F238E27FC236}">
                <a16:creationId xmlns:a16="http://schemas.microsoft.com/office/drawing/2014/main" id="{33CDB3D1-BC7D-4D0A-888B-49DFB739FD3F}"/>
              </a:ext>
            </a:extLst>
          </p:cNvPr>
          <p:cNvSpPr/>
          <p:nvPr/>
        </p:nvSpPr>
        <p:spPr>
          <a:xfrm>
            <a:off x="-2019126" y="-1946495"/>
            <a:ext cx="6333951" cy="6211285"/>
          </a:xfrm>
          <a:prstGeom prst="ellipse">
            <a:avLst/>
          </a:prstGeom>
          <a:solidFill>
            <a:schemeClr val="accent5">
              <a:alpha val="35000"/>
            </a:schemeClr>
          </a:solidFill>
          <a:ln>
            <a:noFill/>
          </a:ln>
          <a:effectLst>
            <a:softEdge rad="105410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1BB79B05-DB69-4857-AEDD-6C9C271A2616}"/>
              </a:ext>
            </a:extLst>
          </p:cNvPr>
          <p:cNvSpPr/>
          <p:nvPr/>
        </p:nvSpPr>
        <p:spPr>
          <a:xfrm>
            <a:off x="7737664" y="2676526"/>
            <a:ext cx="6333951" cy="6211285"/>
          </a:xfrm>
          <a:prstGeom prst="ellipse">
            <a:avLst/>
          </a:prstGeom>
          <a:solidFill>
            <a:schemeClr val="accent5">
              <a:alpha val="35000"/>
            </a:schemeClr>
          </a:solidFill>
          <a:ln>
            <a:noFill/>
          </a:ln>
          <a:effectLst>
            <a:softEdge rad="105410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9593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936F72D-EEFF-4DE4-A782-282145B647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3" t="21460" r="13428" b="44889"/>
          <a:stretch/>
        </p:blipFill>
        <p:spPr>
          <a:xfrm>
            <a:off x="324515" y="1961204"/>
            <a:ext cx="11542970" cy="293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991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везда: 5 точек 5">
            <a:extLst>
              <a:ext uri="{FF2B5EF4-FFF2-40B4-BE49-F238E27FC236}">
                <a16:creationId xmlns:a16="http://schemas.microsoft.com/office/drawing/2014/main" id="{8F54C7EF-7267-4357-9634-A49584DF7C11}"/>
              </a:ext>
            </a:extLst>
          </p:cNvPr>
          <p:cNvSpPr/>
          <p:nvPr/>
        </p:nvSpPr>
        <p:spPr>
          <a:xfrm>
            <a:off x="6314173" y="1437600"/>
            <a:ext cx="7517329" cy="6503241"/>
          </a:xfrm>
          <a:prstGeom prst="star5">
            <a:avLst/>
          </a:prstGeom>
          <a:solidFill>
            <a:srgbClr val="D571A8">
              <a:alpha val="19000"/>
            </a:srgbClr>
          </a:solidFill>
          <a:ln>
            <a:noFill/>
          </a:ln>
          <a:effectLst>
            <a:glow rad="863600">
              <a:srgbClr val="D571A8">
                <a:alpha val="16000"/>
              </a:srgbClr>
            </a:glow>
            <a:softEdge rad="228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C6F2681-7629-4517-A860-717878CDE3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9688" l="7918" r="94428">
                        <a14:foregroundMark x1="21994" y1="11563" x2="23460" y2="15000"/>
                        <a14:foregroundMark x1="38710" y1="32500" x2="58944" y2="4812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77336" y="2995155"/>
            <a:ext cx="4114664" cy="386126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7F4881E-6F00-40DF-B419-C659DD4A80B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7081"/>
                    </a14:imgEffect>
                    <a14:imgEffect>
                      <a14:saturation sat="244000"/>
                    </a14:imgEffect>
                    <a14:imgEffect>
                      <a14:brightnessContrast bright="26000" contras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26" t="14081" r="26" b="55601"/>
          <a:stretch/>
        </p:blipFill>
        <p:spPr>
          <a:xfrm>
            <a:off x="788370" y="-225720"/>
            <a:ext cx="10615259" cy="181028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8D5F26A-1E3B-477F-A7E6-E39F22C2657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6893"/>
                    </a14:imgEffect>
                    <a14:imgEffect>
                      <a14:saturation sat="244000"/>
                    </a14:imgEffect>
                    <a14:imgEffect>
                      <a14:brightnessContrast bright="35000" contras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1005"/>
          <a:stretch/>
        </p:blipFill>
        <p:spPr>
          <a:xfrm>
            <a:off x="331337" y="1877842"/>
            <a:ext cx="8552781" cy="1876011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533C92E-CC19-4C22-BB86-503EBC09DD5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6893"/>
                    </a14:imgEffect>
                    <a14:imgEffect>
                      <a14:saturation sat="244000"/>
                    </a14:imgEffect>
                    <a14:imgEffect>
                      <a14:brightnessContrast bright="35000" contras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0245"/>
          <a:stretch/>
        </p:blipFill>
        <p:spPr>
          <a:xfrm>
            <a:off x="331337" y="3753853"/>
            <a:ext cx="8341025" cy="280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15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3EEE052-C23F-4406-8C11-DFAA0EAA08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345701" y="1591258"/>
            <a:ext cx="7923071" cy="7605904"/>
          </a:xfrm>
          <a:prstGeom prst="rect">
            <a:avLst/>
          </a:prstGeom>
          <a:noFill/>
        </p:spPr>
      </p:pic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BEE6CCBD-8CB6-4237-B775-3F5B65468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59" b="98189" l="2053" r="98925">
                        <a14:foregroundMark x1="15445" y1="36740" x2="32160" y2="41268"/>
                        <a14:foregroundMark x1="35191" y1="32083" x2="36657" y2="54981"/>
                        <a14:foregroundMark x1="68524" y1="33894" x2="74585" y2="59120"/>
                        <a14:foregroundMark x1="85826" y1="35317" x2="79081" y2="46572"/>
                        <a14:foregroundMark x1="84848" y1="23415" x2="84066" y2="30530"/>
                        <a14:backgroundMark x1="3910" y1="92238" x2="34800" y2="9366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85000"/>
            <a:ext cx="5450494" cy="4118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04887B8-1806-4241-97BA-717E98FE707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52" t="1" b="67236"/>
          <a:stretch/>
        </p:blipFill>
        <p:spPr>
          <a:xfrm>
            <a:off x="6096000" y="1830021"/>
            <a:ext cx="5565552" cy="159898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9012330-FC2C-4488-BF66-A90A9657173B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2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0509" b="39551"/>
          <a:stretch/>
        </p:blipFill>
        <p:spPr>
          <a:xfrm>
            <a:off x="584792" y="0"/>
            <a:ext cx="10866474" cy="183002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1286851-4001-4EFE-B40B-8DB20987CBF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52" t="37448"/>
          <a:stretch/>
        </p:blipFill>
        <p:spPr>
          <a:xfrm>
            <a:off x="6096000" y="3657600"/>
            <a:ext cx="5565552" cy="305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350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вал 4">
            <a:extLst>
              <a:ext uri="{FF2B5EF4-FFF2-40B4-BE49-F238E27FC236}">
                <a16:creationId xmlns:a16="http://schemas.microsoft.com/office/drawing/2014/main" id="{7B726538-31F4-4E3B-AA1C-83EC3FC0E810}"/>
              </a:ext>
            </a:extLst>
          </p:cNvPr>
          <p:cNvSpPr/>
          <p:nvPr/>
        </p:nvSpPr>
        <p:spPr>
          <a:xfrm>
            <a:off x="6868633" y="1222744"/>
            <a:ext cx="7921257" cy="7602277"/>
          </a:xfrm>
          <a:prstGeom prst="ellipse">
            <a:avLst/>
          </a:prstGeom>
          <a:solidFill>
            <a:schemeClr val="accent4">
              <a:lumMod val="40000"/>
              <a:lumOff val="60000"/>
              <a:alpha val="58000"/>
            </a:schemeClr>
          </a:solidFill>
          <a:ln>
            <a:noFill/>
          </a:ln>
          <a:effectLst>
            <a:softEdge rad="1155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5677C0D-7B0C-4232-B61A-BDFB4F7B5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29688" y1="51172" x2="65820" y2="45508"/>
                        <a14:foregroundMark x1="50195" y1="32031" x2="52148" y2="49805"/>
                        <a14:foregroundMark x1="6836" y1="17773" x2="16211" y2="20313"/>
                        <a14:foregroundMark x1="55859" y1="21484" x2="81445" y2="20117"/>
                        <a14:foregroundMark x1="75391" y1="4883" x2="77148" y2="18359"/>
                        <a14:foregroundMark x1="64453" y1="8203" x2="66992" y2="1972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03348" y="2245241"/>
            <a:ext cx="4315047" cy="431504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B66D697-7E21-42AE-A92C-E2FF924FBFA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0" b="48527"/>
          <a:stretch/>
        </p:blipFill>
        <p:spPr>
          <a:xfrm>
            <a:off x="928576" y="-212650"/>
            <a:ext cx="10334847" cy="173949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14D7CB5-2F6F-479F-85DE-382E04F3A36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025" b="60063"/>
          <a:stretch/>
        </p:blipFill>
        <p:spPr>
          <a:xfrm>
            <a:off x="200246" y="1403498"/>
            <a:ext cx="5678092" cy="202550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79FC3F8-1AF6-4EA2-8A03-7A8F8766FFF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58" r="37025"/>
          <a:stretch/>
        </p:blipFill>
        <p:spPr>
          <a:xfrm>
            <a:off x="200246" y="3719274"/>
            <a:ext cx="5678092" cy="291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131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541BDA-A52E-47CF-8D5D-E15BB95DA8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949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везда: 6 точек 8">
            <a:extLst>
              <a:ext uri="{FF2B5EF4-FFF2-40B4-BE49-F238E27FC236}">
                <a16:creationId xmlns:a16="http://schemas.microsoft.com/office/drawing/2014/main" id="{949811F2-2FB6-49A1-8A17-3E0AA42788C1}"/>
              </a:ext>
            </a:extLst>
          </p:cNvPr>
          <p:cNvSpPr/>
          <p:nvPr/>
        </p:nvSpPr>
        <p:spPr>
          <a:xfrm>
            <a:off x="5874490" y="728330"/>
            <a:ext cx="8215423" cy="8468833"/>
          </a:xfrm>
          <a:prstGeom prst="star6">
            <a:avLst/>
          </a:prstGeom>
          <a:solidFill>
            <a:srgbClr val="985BAD">
              <a:alpha val="39000"/>
            </a:srgbClr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61135CB-AE5A-4122-89DC-71111F2377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46" r="37512" b="68723"/>
          <a:stretch/>
        </p:blipFill>
        <p:spPr>
          <a:xfrm>
            <a:off x="0" y="1775637"/>
            <a:ext cx="5874490" cy="130780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4C6A978-48AB-449B-8572-272C78B1AD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3277"/>
                    </a14:imgEffect>
                    <a14:imgEffect>
                      <a14:saturation sat="212000"/>
                    </a14:imgEffect>
                    <a14:imgEffect>
                      <a14:brightnessContrast bright="14000" contrast="-3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411" b="53178"/>
          <a:stretch/>
        </p:blipFill>
        <p:spPr>
          <a:xfrm>
            <a:off x="-221510" y="0"/>
            <a:ext cx="12192000" cy="160551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ED5BB5C-0884-44D4-865B-DAF1C27475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70" r="37512" b="32128"/>
          <a:stretch/>
        </p:blipFill>
        <p:spPr>
          <a:xfrm>
            <a:off x="0" y="3009014"/>
            <a:ext cx="5874490" cy="200955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4A1DD17-212B-4079-91C9-687C5827ED2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84" r="37512" b="8000"/>
          <a:stretch/>
        </p:blipFill>
        <p:spPr>
          <a:xfrm>
            <a:off x="0" y="5146157"/>
            <a:ext cx="5874490" cy="1148317"/>
          </a:xfrm>
          <a:prstGeom prst="rect">
            <a:avLst/>
          </a:prstGeom>
        </p:spPr>
      </p:pic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75EFB0E1-440B-4E28-8857-5EBF28CD8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325" y="2262075"/>
            <a:ext cx="5459675" cy="4354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7830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вал 6">
            <a:extLst>
              <a:ext uri="{FF2B5EF4-FFF2-40B4-BE49-F238E27FC236}">
                <a16:creationId xmlns:a16="http://schemas.microsoft.com/office/drawing/2014/main" id="{0892042B-527E-4ACB-A593-04BF6DAFA446}"/>
              </a:ext>
            </a:extLst>
          </p:cNvPr>
          <p:cNvSpPr/>
          <p:nvPr/>
        </p:nvSpPr>
        <p:spPr>
          <a:xfrm>
            <a:off x="-2300554" y="999458"/>
            <a:ext cx="8010238" cy="7666075"/>
          </a:xfrm>
          <a:prstGeom prst="ellipse">
            <a:avLst/>
          </a:prstGeom>
          <a:solidFill>
            <a:srgbClr val="065CA0">
              <a:alpha val="38000"/>
            </a:srgbClr>
          </a:solidFill>
          <a:effectLst>
            <a:glow rad="1117600">
              <a:schemeClr val="accent1">
                <a:alpha val="6000"/>
              </a:schemeClr>
            </a:glow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DD24DC8-E573-4331-9398-E0A7C9EFAB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20" t="9302" b="51396"/>
          <a:stretch/>
        </p:blipFill>
        <p:spPr>
          <a:xfrm>
            <a:off x="4981731" y="1948416"/>
            <a:ext cx="6926734" cy="2367542"/>
          </a:xfrm>
          <a:prstGeom prst="rect">
            <a:avLst/>
          </a:prstGeom>
        </p:spPr>
      </p:pic>
      <p:sp>
        <p:nvSpPr>
          <p:cNvPr id="4" name="AutoShape 2" descr="Picture background">
            <a:extLst>
              <a:ext uri="{FF2B5EF4-FFF2-40B4-BE49-F238E27FC236}">
                <a16:creationId xmlns:a16="http://schemas.microsoft.com/office/drawing/2014/main" id="{186B567E-7A1F-4A61-BED7-936D795EA6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7A75458-B626-4DC2-88E0-AAB71CA9D3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778" b="91778" l="2000" r="100000">
                        <a14:foregroundMark x1="8667" y1="78111" x2="20222" y2="71889"/>
                        <a14:foregroundMark x1="38778" y1="57667" x2="45333" y2="614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74428" y="1852723"/>
            <a:ext cx="4685037" cy="522058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E69BF7-6DE4-4D0D-8097-A18BB7E68F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20" t="48605" b="-1"/>
          <a:stretch/>
        </p:blipFill>
        <p:spPr>
          <a:xfrm>
            <a:off x="5078818" y="4096133"/>
            <a:ext cx="6926734" cy="309601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E28D77E-6718-4463-9393-ACCABDD57E3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8510"/>
                    </a14:imgEffect>
                    <a14:imgEffect>
                      <a14:saturation sat="85000"/>
                    </a14:imgEffect>
                    <a14:imgEffect>
                      <a14:brightnessContrast brigh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0316"/>
          <a:stretch/>
        </p:blipFill>
        <p:spPr>
          <a:xfrm>
            <a:off x="-79744" y="-1856505"/>
            <a:ext cx="12351488" cy="345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488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77D5D26-9249-440B-AB60-74ABEABF4E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6447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58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вал 5">
            <a:extLst>
              <a:ext uri="{FF2B5EF4-FFF2-40B4-BE49-F238E27FC236}">
                <a16:creationId xmlns:a16="http://schemas.microsoft.com/office/drawing/2014/main" id="{58923611-F90F-484A-BCB7-D9EB81AED745}"/>
              </a:ext>
            </a:extLst>
          </p:cNvPr>
          <p:cNvSpPr/>
          <p:nvPr/>
        </p:nvSpPr>
        <p:spPr>
          <a:xfrm>
            <a:off x="-2743200" y="1903227"/>
            <a:ext cx="7921257" cy="7602277"/>
          </a:xfrm>
          <a:prstGeom prst="ellipse">
            <a:avLst/>
          </a:prstGeom>
          <a:solidFill>
            <a:schemeClr val="accent4">
              <a:lumMod val="40000"/>
              <a:lumOff val="60000"/>
              <a:alpha val="58000"/>
            </a:schemeClr>
          </a:solidFill>
          <a:ln>
            <a:noFill/>
          </a:ln>
          <a:effectLst>
            <a:softEdge rad="1155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A15B933-E905-4B0E-BF12-152E90A9B69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65" t="16589" b="14729"/>
          <a:stretch/>
        </p:blipFill>
        <p:spPr>
          <a:xfrm>
            <a:off x="5727404" y="2424223"/>
            <a:ext cx="6464596" cy="3725694"/>
          </a:xfrm>
          <a:prstGeom prst="rect">
            <a:avLst/>
          </a:prstGeom>
        </p:spPr>
      </p:pic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A8702C31-7218-452D-B220-C48E0D2B9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9400" y1="45000" x2="36000" y2="57800"/>
                        <a14:foregroundMark x1="54200" y1="47800" x2="61000" y2="55600"/>
                        <a14:foregroundMark x1="34600" y1="49000" x2="44600" y2="656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93292" y="1099297"/>
            <a:ext cx="6354126" cy="635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8B5F4CF-83D5-4D64-A327-490F5205331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528"/>
          <a:stretch/>
        </p:blipFill>
        <p:spPr>
          <a:xfrm>
            <a:off x="-1041087" y="-1992352"/>
            <a:ext cx="14274174" cy="365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127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вал 4">
            <a:extLst>
              <a:ext uri="{FF2B5EF4-FFF2-40B4-BE49-F238E27FC236}">
                <a16:creationId xmlns:a16="http://schemas.microsoft.com/office/drawing/2014/main" id="{057E6D9F-5BB8-4EBD-94D5-9BF4CF2E66E8}"/>
              </a:ext>
            </a:extLst>
          </p:cNvPr>
          <p:cNvSpPr/>
          <p:nvPr/>
        </p:nvSpPr>
        <p:spPr>
          <a:xfrm>
            <a:off x="6386625" y="1701211"/>
            <a:ext cx="8059479" cy="7966350"/>
          </a:xfrm>
          <a:prstGeom prst="ellipse">
            <a:avLst/>
          </a:prstGeom>
          <a:solidFill>
            <a:srgbClr val="303F9F">
              <a:alpha val="49000"/>
            </a:srgbClr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34DD9A0-7590-4189-86BA-550B727610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68" r="36337" b="11008"/>
          <a:stretch/>
        </p:blipFill>
        <p:spPr>
          <a:xfrm>
            <a:off x="0" y="2354493"/>
            <a:ext cx="5805377" cy="3904713"/>
          </a:xfrm>
          <a:prstGeom prst="rect">
            <a:avLst/>
          </a:prstGeom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9611DB79-F72F-4418-8C0F-A82E20C5B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5468" l="5571" r="9796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451" y="1755701"/>
            <a:ext cx="5490193" cy="5102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7586C98-41FB-4458-8994-53C18216253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-678379" y="-2362033"/>
            <a:ext cx="13548757" cy="381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480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вал 5">
            <a:extLst>
              <a:ext uri="{FF2B5EF4-FFF2-40B4-BE49-F238E27FC236}">
                <a16:creationId xmlns:a16="http://schemas.microsoft.com/office/drawing/2014/main" id="{8196C85A-1026-481C-8559-A498243BA68A}"/>
              </a:ext>
            </a:extLst>
          </p:cNvPr>
          <p:cNvSpPr/>
          <p:nvPr/>
        </p:nvSpPr>
        <p:spPr>
          <a:xfrm>
            <a:off x="-2509284" y="2604976"/>
            <a:ext cx="7145079" cy="6858001"/>
          </a:xfrm>
          <a:prstGeom prst="ellipse">
            <a:avLst/>
          </a:prstGeom>
          <a:solidFill>
            <a:srgbClr val="9C27B0">
              <a:alpha val="28000"/>
            </a:srgbClr>
          </a:solidFill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1992099-0ECE-48E5-B748-5BA6C827B6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1" t="15814" b="18294"/>
          <a:stretch/>
        </p:blipFill>
        <p:spPr>
          <a:xfrm>
            <a:off x="5857592" y="2215677"/>
            <a:ext cx="7183509" cy="3784700"/>
          </a:xfrm>
          <a:prstGeom prst="rect">
            <a:avLst/>
          </a:prstGeom>
        </p:spPr>
      </p:pic>
      <p:pic>
        <p:nvPicPr>
          <p:cNvPr id="9218" name="Picture 2" descr="Picture background">
            <a:extLst>
              <a:ext uri="{FF2B5EF4-FFF2-40B4-BE49-F238E27FC236}">
                <a16:creationId xmlns:a16="http://schemas.microsoft.com/office/drawing/2014/main" id="{015605C6-50CC-43A1-AEBE-087DC8D322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758" b="97461" l="22935" r="76522">
                        <a14:foregroundMark x1="53587" y1="28711" x2="34891" y2="47852"/>
                        <a14:foregroundMark x1="68261" y1="30469" x2="63043" y2="42383"/>
                        <a14:foregroundMark x1="41413" y1="41406" x2="50761" y2="43555"/>
                        <a14:foregroundMark x1="51848" y1="33984" x2="52283" y2="43750"/>
                        <a14:foregroundMark x1="41630" y1="46875" x2="44891" y2="50391"/>
                        <a14:foregroundMark x1="71522" y1="27148" x2="64022" y2="30664"/>
                        <a14:foregroundMark x1="31522" y1="71680" x2="38696" y2="81055"/>
                        <a14:foregroundMark x1="28696" y1="80859" x2="40217" y2="81055"/>
                        <a14:foregroundMark x1="35870" y1="90430" x2="39674" y2="84570"/>
                        <a14:foregroundMark x1="29783" y1="83984" x2="31413" y2="87109"/>
                        <a14:foregroundMark x1="55109" y1="79492" x2="56630" y2="79492"/>
                        <a14:foregroundMark x1="55217" y1="88281" x2="56957" y2="88086"/>
                        <a14:foregroundMark x1="58696" y1="83203" x2="59674" y2="84180"/>
                        <a14:foregroundMark x1="42826" y1="75977" x2="48587" y2="74219"/>
                        <a14:foregroundMark x1="55978" y1="71094" x2="55978" y2="75977"/>
                        <a14:foregroundMark x1="52500" y1="84375" x2="57826" y2="689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469" r="22619"/>
          <a:stretch/>
        </p:blipFill>
        <p:spPr bwMode="auto">
          <a:xfrm>
            <a:off x="0" y="2025503"/>
            <a:ext cx="4899642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AAE322B-4D2A-44FA-B9AD-CBB99B18A3B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820"/>
          <a:stretch/>
        </p:blipFill>
        <p:spPr>
          <a:xfrm>
            <a:off x="-457200" y="-2453490"/>
            <a:ext cx="13106400" cy="362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05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>
            <a:extLst>
              <a:ext uri="{FF2B5EF4-FFF2-40B4-BE49-F238E27FC236}">
                <a16:creationId xmlns:a16="http://schemas.microsoft.com/office/drawing/2014/main" id="{454FF8AF-9613-4C57-B8AA-7641FFCB759B}"/>
              </a:ext>
            </a:extLst>
          </p:cNvPr>
          <p:cNvSpPr/>
          <p:nvPr/>
        </p:nvSpPr>
        <p:spPr>
          <a:xfrm>
            <a:off x="2625288" y="213447"/>
            <a:ext cx="6941421" cy="6575304"/>
          </a:xfrm>
          <a:prstGeom prst="ellipse">
            <a:avLst/>
          </a:prstGeom>
          <a:solidFill>
            <a:srgbClr val="EBB7C3">
              <a:alpha val="36000"/>
            </a:srgbClr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C756031-67D1-492A-ABD6-977F6865B6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44" r="48063" b="55789"/>
          <a:stretch/>
        </p:blipFill>
        <p:spPr>
          <a:xfrm>
            <a:off x="1739651" y="1068402"/>
            <a:ext cx="8712694" cy="176142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D51990B-7BE6-4DF4-A23F-FA6F78B831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55" t="25924" r="42260" b="55409"/>
          <a:stretch/>
        </p:blipFill>
        <p:spPr>
          <a:xfrm>
            <a:off x="5518482" y="2352478"/>
            <a:ext cx="1155032" cy="176142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1B8B389-5492-446D-A338-C2546D8B19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22" t="25544" b="55789"/>
          <a:stretch/>
        </p:blipFill>
        <p:spPr>
          <a:xfrm>
            <a:off x="2625288" y="3429000"/>
            <a:ext cx="6941421" cy="176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1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836AB-29A5-6231-6721-8B0F5DB18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>
            <a:extLst>
              <a:ext uri="{FF2B5EF4-FFF2-40B4-BE49-F238E27FC236}">
                <a16:creationId xmlns:a16="http://schemas.microsoft.com/office/drawing/2014/main" id="{EB2588EB-0A4B-B1D9-0388-FA8BF9D561CD}"/>
              </a:ext>
            </a:extLst>
          </p:cNvPr>
          <p:cNvSpPr/>
          <p:nvPr/>
        </p:nvSpPr>
        <p:spPr>
          <a:xfrm>
            <a:off x="2625288" y="213447"/>
            <a:ext cx="6941421" cy="6575304"/>
          </a:xfrm>
          <a:prstGeom prst="ellipse">
            <a:avLst/>
          </a:prstGeom>
          <a:solidFill>
            <a:srgbClr val="EBB7C3">
              <a:alpha val="36000"/>
            </a:srgbClr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9657569-998F-D312-444B-53D017101B9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1" t="28750" r="8515" b="33333"/>
          <a:stretch/>
        </p:blipFill>
        <p:spPr>
          <a:xfrm>
            <a:off x="227131" y="1718476"/>
            <a:ext cx="11964869" cy="306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630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0C92EC1-4E93-4A5A-9F76-7ED156656F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401" b="71942" l="9783" r="8994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2047" b="27921"/>
          <a:stretch/>
        </p:blipFill>
        <p:spPr bwMode="auto">
          <a:xfrm>
            <a:off x="-1333544" y="628263"/>
            <a:ext cx="7429544" cy="5953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Овал 3">
            <a:extLst>
              <a:ext uri="{FF2B5EF4-FFF2-40B4-BE49-F238E27FC236}">
                <a16:creationId xmlns:a16="http://schemas.microsoft.com/office/drawing/2014/main" id="{454FF8AF-9613-4C57-B8AA-7641FFCB759B}"/>
              </a:ext>
            </a:extLst>
          </p:cNvPr>
          <p:cNvSpPr/>
          <p:nvPr/>
        </p:nvSpPr>
        <p:spPr>
          <a:xfrm>
            <a:off x="6572250" y="366963"/>
            <a:ext cx="6431481" cy="6124074"/>
          </a:xfrm>
          <a:prstGeom prst="ellipse">
            <a:avLst/>
          </a:prstGeom>
          <a:solidFill>
            <a:srgbClr val="F0DF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28924E3-BBF5-412E-BEEB-D9D7A649D22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  <a14:imgEffect>
                      <a14:brightnessContrast bright="62000" contrast="-7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441" r="55071" b="84091"/>
          <a:stretch/>
        </p:blipFill>
        <p:spPr>
          <a:xfrm>
            <a:off x="1086187" y="1085399"/>
            <a:ext cx="3180067" cy="84980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5EF8EB2-DCFF-4391-8AD8-BC176663D00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  <a14:imgEffect>
                      <a14:brightnessContrast bright="62000" contrast="-7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465" t="34265" r="50606" b="55317"/>
          <a:stretch/>
        </p:blipFill>
        <p:spPr>
          <a:xfrm>
            <a:off x="832859" y="3295648"/>
            <a:ext cx="3512956" cy="52883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E17743E-81FE-4F7A-B9C1-79CD89772FC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  <a14:imgEffect>
                      <a14:brightnessContrast bright="62000" contrast="-7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898" t="27639" r="48899" b="62271"/>
          <a:stretch/>
        </p:blipFill>
        <p:spPr>
          <a:xfrm>
            <a:off x="1527487" y="4751069"/>
            <a:ext cx="2123701" cy="59662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335F5E1-B600-4D6A-B022-D799164C718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  <a14:imgEffect>
                      <a14:brightnessContrast bright="62000" contrast="-7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101" t="28521" r="27266" b="61389"/>
          <a:stretch/>
        </p:blipFill>
        <p:spPr>
          <a:xfrm>
            <a:off x="1579237" y="5347697"/>
            <a:ext cx="2020200" cy="530058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DA6AC37-9629-4072-A9B7-BD78D6598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0" r="100000">
                        <a14:foregroundMark x1="26122" y1="7018" x2="29796" y2="15058"/>
                        <a14:foregroundMark x1="12789" y1="28363" x2="22177" y2="32310"/>
                        <a14:foregroundMark x1="43129" y1="4094" x2="46259" y2="8626"/>
                        <a14:foregroundMark x1="62177" y1="4971" x2="62313" y2="6140"/>
                        <a14:foregroundMark x1="63129" y1="13889" x2="66667" y2="11550"/>
                        <a14:foregroundMark x1="69932" y1="11111" x2="72925" y2="9795"/>
                        <a14:foregroundMark x1="75782" y1="7749" x2="79184" y2="5848"/>
                        <a14:foregroundMark x1="74286" y1="28655" x2="86803" y2="31140"/>
                        <a14:foregroundMark x1="86122" y1="37427" x2="83946" y2="42690"/>
                        <a14:foregroundMark x1="1224" y1="50000" x2="1633" y2="52047"/>
                        <a14:foregroundMark x1="61633" y1="85088" x2="61224" y2="92982"/>
                        <a14:foregroundMark x1="75374" y1="83041" x2="75374" y2="83041"/>
                        <a14:foregroundMark x1="82585" y1="80702" x2="85170" y2="83187"/>
                        <a14:foregroundMark x1="57551" y1="79094" x2="57007" y2="82310"/>
                        <a14:foregroundMark x1="13741" y1="77632" x2="17007" y2="80702"/>
                        <a14:foregroundMark x1="9932" y1="78509" x2="10612" y2="79825"/>
                        <a14:foregroundMark x1="25034" y1="85965" x2="26803" y2="91520"/>
                        <a14:foregroundMark x1="20680" y1="91374" x2="20680" y2="91374"/>
                        <a14:foregroundMark x1="22313" y1="89035" x2="22313" y2="89035"/>
                        <a14:foregroundMark x1="28299" y1="96930" x2="28299" y2="96930"/>
                        <a14:foregroundMark x1="28299" y1="73830" x2="28299" y2="73830"/>
                        <a14:foregroundMark x1="34830" y1="75146" x2="37959" y2="82602"/>
                        <a14:foregroundMark x1="33061" y1="79094" x2="33061" y2="79094"/>
                        <a14:foregroundMark x1="44762" y1="78070" x2="44762" y2="78070"/>
                        <a14:foregroundMark x1="44898" y1="87427" x2="44898" y2="87427"/>
                        <a14:foregroundMark x1="37687" y1="85088" x2="38639" y2="86696"/>
                        <a14:foregroundMark x1="33061" y1="90789" x2="33741" y2="93421"/>
                        <a14:foregroundMark x1="23537" y1="80117" x2="24082" y2="81725"/>
                        <a14:foregroundMark x1="27211" y1="71053" x2="28163" y2="74269"/>
                        <a14:foregroundMark x1="22721" y1="78363" x2="22721" y2="78363"/>
                        <a14:foregroundMark x1="23129" y1="79094" x2="23129" y2="79094"/>
                        <a14:foregroundMark x1="26939" y1="70029" x2="26939" y2="70029"/>
                        <a14:foregroundMark x1="45170" y1="89035" x2="45170" y2="89035"/>
                        <a14:foregroundMark x1="38776" y1="88012" x2="38776" y2="88012"/>
                        <a14:foregroundMark x1="33878" y1="93860" x2="33878" y2="93860"/>
                        <a14:foregroundMark x1="27891" y1="95614" x2="27891" y2="95614"/>
                        <a14:foregroundMark x1="28571" y1="97953" x2="28571" y2="97953"/>
                        <a14:backgroundMark x1="38639" y1="76462" x2="39456" y2="76901"/>
                        <a14:backgroundMark x1="37551" y1="76754" x2="39456" y2="77047"/>
                        <a14:backgroundMark x1="43810" y1="76901" x2="45442" y2="764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952" y="902353"/>
            <a:ext cx="5430075" cy="5053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5869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везда: 5 точек 7">
            <a:extLst>
              <a:ext uri="{FF2B5EF4-FFF2-40B4-BE49-F238E27FC236}">
                <a16:creationId xmlns:a16="http://schemas.microsoft.com/office/drawing/2014/main" id="{1E2EC18F-6AD1-4F39-B7AA-13FCF9A96B30}"/>
              </a:ext>
            </a:extLst>
          </p:cNvPr>
          <p:cNvSpPr/>
          <p:nvPr/>
        </p:nvSpPr>
        <p:spPr>
          <a:xfrm>
            <a:off x="1981200" y="-476250"/>
            <a:ext cx="8229600" cy="7334250"/>
          </a:xfrm>
          <a:prstGeom prst="star5">
            <a:avLst/>
          </a:prstGeom>
          <a:solidFill>
            <a:srgbClr val="EBB7C3">
              <a:alpha val="50000"/>
            </a:srgb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04C12F6-7802-4892-8B91-218E492729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16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313" t="23750" r="25234" b="54444"/>
          <a:stretch/>
        </p:blipFill>
        <p:spPr>
          <a:xfrm>
            <a:off x="1948437" y="2314574"/>
            <a:ext cx="8295126" cy="205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852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везда: 5 точек 3">
            <a:extLst>
              <a:ext uri="{FF2B5EF4-FFF2-40B4-BE49-F238E27FC236}">
                <a16:creationId xmlns:a16="http://schemas.microsoft.com/office/drawing/2014/main" id="{524F8DA6-F857-40E8-805D-52DB419D5B6B}"/>
              </a:ext>
            </a:extLst>
          </p:cNvPr>
          <p:cNvSpPr/>
          <p:nvPr/>
        </p:nvSpPr>
        <p:spPr>
          <a:xfrm>
            <a:off x="1157286" y="-905827"/>
            <a:ext cx="9705975" cy="8382000"/>
          </a:xfrm>
          <a:prstGeom prst="star5">
            <a:avLst/>
          </a:prstGeom>
          <a:solidFill>
            <a:srgbClr val="EBB7C3">
              <a:alpha val="50000"/>
            </a:srgb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F140F86-9744-4F3B-9803-45CA46FDE1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3440" y="2969895"/>
            <a:ext cx="12627429" cy="408813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245545D-3AD0-446B-95AD-C53C31DC92B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43000" contrast="-7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6839"/>
          <a:stretch/>
        </p:blipFill>
        <p:spPr>
          <a:xfrm>
            <a:off x="-708953" y="847725"/>
            <a:ext cx="13838502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257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везда: 5 точек 3">
            <a:extLst>
              <a:ext uri="{FF2B5EF4-FFF2-40B4-BE49-F238E27FC236}">
                <a16:creationId xmlns:a16="http://schemas.microsoft.com/office/drawing/2014/main" id="{524F8DA6-F857-40E8-805D-52DB419D5B6B}"/>
              </a:ext>
            </a:extLst>
          </p:cNvPr>
          <p:cNvSpPr/>
          <p:nvPr/>
        </p:nvSpPr>
        <p:spPr>
          <a:xfrm>
            <a:off x="1357311" y="-1001077"/>
            <a:ext cx="9705975" cy="8382000"/>
          </a:xfrm>
          <a:prstGeom prst="star5">
            <a:avLst/>
          </a:prstGeom>
          <a:solidFill>
            <a:srgbClr val="EBB7C3">
              <a:alpha val="50000"/>
            </a:srgb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7A56B9A-1CE6-4C64-89F9-84E20D3AFD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19" t="19028" r="19452" b="14861"/>
          <a:stretch/>
        </p:blipFill>
        <p:spPr>
          <a:xfrm>
            <a:off x="2239253" y="1021079"/>
            <a:ext cx="7942089" cy="481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98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1</Words>
  <Application>Microsoft Office PowerPoint</Application>
  <PresentationFormat>Широкоэкранный</PresentationFormat>
  <Paragraphs>1</Paragraphs>
  <Slides>21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Самира Идрисова</dc:creator>
  <cp:lastModifiedBy>Самира Идрисова</cp:lastModifiedBy>
  <cp:revision>8</cp:revision>
  <dcterms:created xsi:type="dcterms:W3CDTF">2025-11-12T09:46:35Z</dcterms:created>
  <dcterms:modified xsi:type="dcterms:W3CDTF">2025-11-18T04:36:56Z</dcterms:modified>
</cp:coreProperties>
</file>